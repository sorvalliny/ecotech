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C7AFF"/>
          </a:solidFill>
          <a:ln w="12700">
            <a:solidFill>
              <a:srgbClr val="5C7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ПРОЕКТНЫЙ ОФИС  ·  СРЕДА  ·  CPO-1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28600" y="149047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система правил и инструментов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развивающихся продуктов и новых инициатив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2286000"/>
            <a:ext cx="8686800" cy="27432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КОНТУРА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2724912"/>
            <a:ext cx="4114800" cy="1371600"/>
          </a:xfrm>
          <a:prstGeom prst="rect">
            <a:avLst/>
          </a:prstGeom>
          <a:solidFill>
            <a:srgbClr val="1A2850"/>
          </a:solidFill>
          <a:ln w="12700">
            <a:solidFill>
              <a:srgbClr val="5C7A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724912"/>
            <a:ext cx="4114800" cy="64008"/>
          </a:xfrm>
          <a:prstGeom prst="rect">
            <a:avLst/>
          </a:prstGeom>
          <a:solidFill>
            <a:srgbClr val="5C7AFF"/>
          </a:solidFill>
          <a:ln w="12700">
            <a:solidFill>
              <a:srgbClr val="5C7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834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СТРОИТ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31089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EcoTech 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PR01 Фреймворк  ·  PR02 Хэндбук  ·  PR03 Лендинг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PR04 Трекер  ·  PR05 Реестр  ·  PR06 ProductHunt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PR07 Образование  ·  PR08 Найм  (в проработке)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70832" y="3154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828032" y="2724912"/>
            <a:ext cx="4087368" cy="1371600"/>
          </a:xfrm>
          <a:prstGeom prst="rect">
            <a:avLst/>
          </a:prstGeom>
          <a:solidFill>
            <a:srgbClr val="1A285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28032" y="2724912"/>
            <a:ext cx="4087368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834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65192" y="31089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продуктов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/ ECO портфель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Kids · WB Встречи · EdTech + контур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0–5 · RICE · Пилот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4251960"/>
            <a:ext cx="8686800" cy="621792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79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4343400"/>
            <a:ext cx="2743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4279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063240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4343400"/>
            <a:ext cx="2743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4279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G0→1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57800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9440" y="4343400"/>
            <a:ext cx="27432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279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52360" y="4617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участников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рабочей группы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C7AFF"/>
          </a:solidFill>
          <a:ln w="12700">
            <a:solidFill>
              <a:srgbClr val="5C7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модули платформы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МОДУЛИ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298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298448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Готов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1143000"/>
            <a:ext cx="1298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37360" y="1143000"/>
            <a:ext cx="1298448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Хэндбук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 работе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143000"/>
            <a:ext cx="1298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143000"/>
            <a:ext cx="1298448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 работе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1298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143000"/>
            <a:ext cx="1298448" cy="73152"/>
          </a:xfrm>
          <a:prstGeom prst="rect">
            <a:avLst/>
          </a:prstGeom>
          <a:solidFill>
            <a:srgbClr val="5C7AFF"/>
          </a:solidFill>
          <a:ln w="12700">
            <a:solidFill>
              <a:srgbClr val="5C7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Трекер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Проработка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1143000"/>
            <a:ext cx="1298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1143000"/>
            <a:ext cx="1298448" cy="73152"/>
          </a:xfrm>
          <a:prstGeom prst="rect">
            <a:avLst/>
          </a:prstGeom>
          <a:solidFill>
            <a:srgbClr val="5C7AFF"/>
          </a:solidFill>
          <a:ln w="12700">
            <a:solidFill>
              <a:srgbClr val="5C7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8076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Архитектура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1143000"/>
            <a:ext cx="129844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06640" y="1143000"/>
            <a:ext cx="129844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12527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9808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ProductHunt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 Backlog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2377440"/>
            <a:ext cx="8503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487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ПРОРАБОТКЕ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27889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7889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1568" y="2916936"/>
            <a:ext cx="98755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1568" y="291693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проработке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" y="2953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PR07  ·  Образовательный модуль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21208" y="3447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" y="33741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продуктовых команд в фреймворк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1208" y="3831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" y="375818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стандартам, гайды и шаблоны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" y="42153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" y="4142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для новых инициатив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36592" y="27889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36592" y="2788920"/>
            <a:ext cx="73152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0" y="2916936"/>
            <a:ext cx="987552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18120" y="291693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проработке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19472" y="2953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PR08  ·  Апгрейд найма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937760" y="3447288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84064" y="33741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найм в команды продуктов Экосистемы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37760" y="3831336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84064" y="375818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компетенций для новых инициатив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937760" y="4215384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84064" y="4142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PR01 Фреймворком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 CPO-1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228600" y="9326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запуска пилота нужен мандат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" y="1463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ГРУППА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" y="19202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288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OM-1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27632" y="18288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Операционный менеджер  ·  координатор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395728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042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7632" y="2304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продукта  ·  продуктовый трек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871216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7797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CPO-3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27632" y="27797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 продукта  ·  продуктовый трек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46704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55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27632" y="3255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  ·  инфра-трек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82219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730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27632" y="3730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 Tracker  ·  инфра-трек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1298448"/>
            <a:ext cx="3108960" cy="2670048"/>
          </a:xfrm>
          <a:prstGeom prst="rect">
            <a:avLst/>
          </a:prstGeom>
          <a:solidFill>
            <a:srgbClr val="1A285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1426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61888" y="18288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179222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состав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рабочей группы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61888" y="297180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293522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Мандат OM-1 на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координацию команд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лица CPO-1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28600" y="4343400"/>
            <a:ext cx="8686800" cy="566928"/>
          </a:xfrm>
          <a:prstGeom prst="rect">
            <a:avLst/>
          </a:prstGeom>
          <a:solidFill>
            <a:srgbClr val="1A2850"/>
          </a:solidFill>
          <a:ln w="12700">
            <a:solidFill>
              <a:srgbClr val="5C7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462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462272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 с инфраструктурой (TECH-1, TECH-2) — дата по итогам этой встречи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EcoTech Platform — 1-on-1 CPO-1</dc:title>
  <dc:subject>PptxGenJS Presentation</dc:subject>
  <dc:creator>PptxGenJS</dc:creator>
  <cp:lastModifiedBy>PptxGenJS</cp:lastModifiedBy>
  <cp:revision>1</cp:revision>
  <dcterms:created xsi:type="dcterms:W3CDTF">2026-03-02T01:44:51Z</dcterms:created>
  <dcterms:modified xsi:type="dcterms:W3CDTF">2026-03-02T01:44:51Z</dcterms:modified>
</cp:coreProperties>
</file>